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4B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4A3A7A"/>
          </a:solidFill>
          <a:ln w="12700">
            <a:solidFill>
              <a:srgbClr val="4A3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MindBridge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C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Case Study — Mental Health Peer Support App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A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+ Responsive Website | Social Good Project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1280160" cy="3657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Designer: </a:t>
            </a:r>
            <a:pPr indent="0" marL="0">
              <a:buNone/>
            </a:pPr>
            <a:r>
              <a:rPr lang="en-US" sz="1200" dirty="0">
                <a:solidFill>
                  <a:srgbClr val="D0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Yasir Afaque     </a:t>
            </a:r>
            <a:pPr indent="0" marL="0">
              <a:buNone/>
            </a:pPr>
            <a:r>
              <a:rPr lang="en-US" sz="1200" b="1" dirty="0">
                <a:solidFill>
                  <a:srgbClr val="D0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</a:t>
            </a:r>
            <a:pPr indent="0" marL="0">
              <a:buNone/>
            </a:pPr>
            <a:r>
              <a:rPr lang="en-US" sz="1200" dirty="0">
                <a:solidFill>
                  <a:srgbClr val="D0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 Web     </a:t>
            </a:r>
            <a:pPr indent="0" marL="0">
              <a:buNone/>
            </a:pPr>
            <a:r>
              <a:rPr lang="en-US" sz="1200" b="1" dirty="0">
                <a:solidFill>
                  <a:srgbClr val="D0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buNone/>
            </a:pPr>
            <a:r>
              <a:rPr lang="en-US" sz="1200" dirty="0">
                <a:solidFill>
                  <a:srgbClr val="D0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MindBridge?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 app and responsive website providing safe, anonymous mental health peer support — connecting people through moderated circles, flexible mood tracking, and always-visible crisis resources. Free by default. Human at its core.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788920"/>
            <a:ext cx="1783080" cy="566928"/>
          </a:xfrm>
          <a:prstGeom prst="rect">
            <a:avLst/>
          </a:prstGeom>
          <a:solidFill>
            <a:srgbClr val="F3F0FA"/>
          </a:solidFill>
          <a:ln w="12700">
            <a:solidFill>
              <a:srgbClr val="DDD0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82549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302666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App + Responsive Web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2788920"/>
            <a:ext cx="1783080" cy="566928"/>
          </a:xfrm>
          <a:prstGeom prst="rect">
            <a:avLst/>
          </a:prstGeom>
          <a:solidFill>
            <a:srgbClr val="F3F0FA"/>
          </a:solidFill>
          <a:ln w="12700">
            <a:solidFill>
              <a:srgbClr val="DDD0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282549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02666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– June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447288"/>
            <a:ext cx="1783080" cy="566928"/>
          </a:xfrm>
          <a:prstGeom prst="rect">
            <a:avLst/>
          </a:prstGeom>
          <a:solidFill>
            <a:srgbClr val="F3F0FA"/>
          </a:solidFill>
          <a:ln w="12700">
            <a:solidFill>
              <a:srgbClr val="DDD0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48386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36850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0" y="3447288"/>
            <a:ext cx="1783080" cy="566928"/>
          </a:xfrm>
          <a:prstGeom prst="rect">
            <a:avLst/>
          </a:prstGeom>
          <a:solidFill>
            <a:srgbClr val="F3F0FA"/>
          </a:solidFill>
          <a:ln w="12700">
            <a:solidFill>
              <a:srgbClr val="DDD0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348386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36850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Hi-fi prototype complete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0" y="822960"/>
            <a:ext cx="4480560" cy="3977640"/>
          </a:xfrm>
          <a:prstGeom prst="rect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914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Design Pillars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1463040"/>
            <a:ext cx="256032" cy="256032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444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by default — privacy first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039112"/>
            <a:ext cx="256032" cy="256032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0208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Moderated peer circles by topic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615184"/>
            <a:ext cx="256032" cy="256032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5968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mood tracking — any cadence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191256"/>
            <a:ext cx="256032" cy="256032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1729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Always-visible crisis support pathway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767328"/>
            <a:ext cx="256032" cy="256032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749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supporter badge programme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4572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C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offers two extremes — and leaves millions behind.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2651760" cy="2926080"/>
          </a:xfrm>
          <a:prstGeom prst="rect">
            <a:avLst/>
          </a:prstGeom>
          <a:solidFill>
            <a:srgbClr val="2A1A45"/>
          </a:solidFill>
          <a:ln w="12700">
            <a:solidFill>
              <a:srgbClr val="3D2A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45920"/>
            <a:ext cx="2651760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28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$$$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expensive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BetterHelp, licensed therapy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$65–100/week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Inaccesible to most users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55848" y="1645920"/>
            <a:ext cx="2651760" cy="2926080"/>
          </a:xfrm>
          <a:prstGeom prst="rect">
            <a:avLst/>
          </a:prstGeom>
          <a:solidFill>
            <a:srgbClr val="2A1A45"/>
          </a:solidFill>
          <a:ln w="12700">
            <a:solidFill>
              <a:srgbClr val="3D2A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55848" y="1645920"/>
            <a:ext cx="2651760" cy="73152"/>
          </a:xfrm>
          <a:prstGeom prst="rect">
            <a:avLst/>
          </a:prstGeom>
          <a:solidFill>
            <a:srgbClr val="7A5800"/>
          </a:solidFill>
          <a:ln w="12700">
            <a:solidFill>
              <a:srgbClr val="7A5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828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A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♡ₓ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55848" y="2423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connection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93008" y="292608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Calm, Headspace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content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 real community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08776" y="1645920"/>
            <a:ext cx="2651760" cy="2926080"/>
          </a:xfrm>
          <a:prstGeom prst="rect">
            <a:avLst/>
          </a:prstGeom>
          <a:solidFill>
            <a:srgbClr val="2A1A45"/>
          </a:solidFill>
          <a:ln w="12700">
            <a:solidFill>
              <a:srgbClr val="3D2A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08776" y="1645920"/>
            <a:ext cx="2651760" cy="7315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8776" y="1828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∅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08776" y="2423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caregiver support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45936" y="292608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apps address caregivers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Highest-burnout group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invisible in UX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Personas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1627632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F0"/>
            </a:solidFill>
            <a:prstDash val="solid"/>
          </a:ln>
          <a:effectLst>
            <a:outerShdw sx="100000" sy="100000" kx="0" ky="0" algn="bl" rotWithShape="0" blurRad="50800" dist="25400" dir="16200000">
              <a:srgbClr val="5B4B8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051560"/>
            <a:ext cx="640080" cy="640080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182880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Aisha, 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214884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 Student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1353312" cy="3657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" y="2606040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feel anxious all the time but I don't know if it's serious enough to see a therapist.”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02536" y="960120"/>
            <a:ext cx="1627632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F0"/>
            </a:solidFill>
            <a:prstDash val="solid"/>
          </a:ln>
          <a:effectLst>
            <a:outerShdw sx="100000" sy="100000" kx="0" ky="0" algn="bl" rotWithShape="0" blurRad="50800" dist="25400" dir="16200000">
              <a:srgbClr val="5B4B8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96312" y="1051560"/>
            <a:ext cx="640080" cy="640080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02536" y="182880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Marcus, 31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02536" y="214884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39696" y="2487168"/>
            <a:ext cx="1353312" cy="3657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75688" y="2606040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“I've been told I should meditate but I can't stick to anything for more than 3 days.”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76472" y="960120"/>
            <a:ext cx="1627632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F0"/>
            </a:solidFill>
            <a:prstDash val="solid"/>
          </a:ln>
          <a:effectLst>
            <a:outerShdw sx="100000" sy="100000" kx="0" ky="0" algn="bl" rotWithShape="0" blurRad="50800" dist="25400" dir="16200000">
              <a:srgbClr val="5B4B8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70248" y="1051560"/>
            <a:ext cx="640080" cy="640080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70248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776472" y="182880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Elena, 45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76472" y="214884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913632" y="2487168"/>
            <a:ext cx="1353312" cy="3657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9624" y="2606040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“I've been caring for my mother for 2 years and I've completely lost myself.”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50408" y="960120"/>
            <a:ext cx="1627632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F0"/>
            </a:solidFill>
            <a:prstDash val="solid"/>
          </a:ln>
          <a:effectLst>
            <a:outerShdw sx="100000" sy="100000" kx="0" ky="0" algn="bl" rotWithShape="0" blurRad="50800" dist="25400" dir="16200000">
              <a:srgbClr val="5B4B8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44184" y="1051560"/>
            <a:ext cx="640080" cy="640080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44184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50408" y="182880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Jin-ho, 19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50408" y="214884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 Student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87568" y="2487168"/>
            <a:ext cx="1353312" cy="3657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2606040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moved away from home for the first time and I feel completely alone.”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24344" y="960120"/>
            <a:ext cx="1627632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F0"/>
            </a:solidFill>
            <a:prstDash val="solid"/>
          </a:ln>
          <a:effectLst>
            <a:outerShdw sx="100000" sy="100000" kx="0" ky="0" algn="bl" rotWithShape="0" blurRad="50800" dist="25400" dir="16200000">
              <a:srgbClr val="5B4B8A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818120" y="1051560"/>
            <a:ext cx="640080" cy="640080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1812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324344" y="182880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Priya, 38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24344" y="214884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Advocate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461504" y="2487168"/>
            <a:ext cx="1353312" cy="3657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97496" y="2606040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“I've been in recovery 5 years. I want to give back but there's no structured way.”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Audit Findings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0" y="8686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sign-up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017520" y="8686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community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06240" y="8686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support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94960" y="8686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visibility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0" y="8686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quality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772400" y="8686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flexibility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28600" y="14630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0" y="1499616"/>
            <a:ext cx="1097280" cy="420624"/>
          </a:xfrm>
          <a:prstGeom prst="rect">
            <a:avLst/>
          </a:prstGeom>
          <a:solidFill>
            <a:srgbClr val="FEE8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14996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17520" y="1499616"/>
            <a:ext cx="1097280" cy="420624"/>
          </a:xfrm>
          <a:prstGeom prst="rect">
            <a:avLst/>
          </a:prstGeom>
          <a:solidFill>
            <a:srgbClr val="FEE8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14996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06240" y="1499616"/>
            <a:ext cx="1097280" cy="420624"/>
          </a:xfrm>
          <a:prstGeom prst="rect">
            <a:avLst/>
          </a:prstGeom>
          <a:solidFill>
            <a:srgbClr val="FEE8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14996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94960" y="1499616"/>
            <a:ext cx="1097280" cy="420624"/>
          </a:xfrm>
          <a:prstGeom prst="rect">
            <a:avLst/>
          </a:prstGeom>
          <a:solidFill>
            <a:srgbClr val="FFF8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14996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0" y="1499616"/>
            <a:ext cx="1097280" cy="420624"/>
          </a:xfrm>
          <a:prstGeom prst="rect">
            <a:avLst/>
          </a:prstGeom>
          <a:solidFill>
            <a:srgbClr val="FEE8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4996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0" y="1499616"/>
            <a:ext cx="1097280" cy="420624"/>
          </a:xfrm>
          <a:prstGeom prst="rect">
            <a:avLst/>
          </a:prstGeom>
          <a:solidFill>
            <a:srgbClr val="FFF8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14996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8600" y="21488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Headspace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0" y="2185416"/>
            <a:ext cx="1097280" cy="420624"/>
          </a:xfrm>
          <a:prstGeom prst="rect">
            <a:avLst/>
          </a:prstGeom>
          <a:solidFill>
            <a:srgbClr val="FEE8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0" y="21854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017520" y="2185416"/>
            <a:ext cx="1097280" cy="420624"/>
          </a:xfrm>
          <a:prstGeom prst="rect">
            <a:avLst/>
          </a:prstGeom>
          <a:solidFill>
            <a:srgbClr val="FEE8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21854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06240" y="2185416"/>
            <a:ext cx="1097280" cy="420624"/>
          </a:xfrm>
          <a:prstGeom prst="rect">
            <a:avLst/>
          </a:prstGeom>
          <a:solidFill>
            <a:srgbClr val="FEE8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21854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94960" y="2185416"/>
            <a:ext cx="1097280" cy="420624"/>
          </a:xfrm>
          <a:prstGeom prst="rect">
            <a:avLst/>
          </a:prstGeom>
          <a:solidFill>
            <a:srgbClr val="FFF8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21854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83680" y="2185416"/>
            <a:ext cx="1097280" cy="420624"/>
          </a:xfrm>
          <a:prstGeom prst="rect">
            <a:avLst/>
          </a:prstGeom>
          <a:solidFill>
            <a:srgbClr val="FEE8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21854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72400" y="2185416"/>
            <a:ext cx="1097280" cy="420624"/>
          </a:xfrm>
          <a:prstGeom prst="rect">
            <a:avLst/>
          </a:prstGeom>
          <a:solidFill>
            <a:srgbClr val="FFF8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0" y="21854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28600" y="28346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Cups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28800" y="2871216"/>
            <a:ext cx="1097280" cy="420624"/>
          </a:xfrm>
          <a:prstGeom prst="rect">
            <a:avLst/>
          </a:prstGeom>
          <a:solidFill>
            <a:srgbClr val="FFF8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0" y="28712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017520" y="2871216"/>
            <a:ext cx="1097280" cy="420624"/>
          </a:xfrm>
          <a:prstGeom prst="rect">
            <a:avLst/>
          </a:prstGeom>
          <a:solidFill>
            <a:srgbClr val="E8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0" y="28712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206240" y="2871216"/>
            <a:ext cx="1097280" cy="420624"/>
          </a:xfrm>
          <a:prstGeom prst="rect">
            <a:avLst/>
          </a:prstGeom>
          <a:solidFill>
            <a:srgbClr val="FEE8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06240" y="28712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394960" y="2871216"/>
            <a:ext cx="1097280" cy="420624"/>
          </a:xfrm>
          <a:prstGeom prst="rect">
            <a:avLst/>
          </a:prstGeom>
          <a:solidFill>
            <a:srgbClr val="E8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94960" y="28712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583680" y="2871216"/>
            <a:ext cx="1097280" cy="420624"/>
          </a:xfrm>
          <a:prstGeom prst="rect">
            <a:avLst/>
          </a:prstGeom>
          <a:solidFill>
            <a:srgbClr val="E8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28712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772400" y="2871216"/>
            <a:ext cx="1097280" cy="420624"/>
          </a:xfrm>
          <a:prstGeom prst="rect">
            <a:avLst/>
          </a:prstGeom>
          <a:solidFill>
            <a:srgbClr val="FFF8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0" y="28712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8600" y="35204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Woebot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828800" y="3557016"/>
            <a:ext cx="1097280" cy="420624"/>
          </a:xfrm>
          <a:prstGeom prst="rect">
            <a:avLst/>
          </a:prstGeom>
          <a:solidFill>
            <a:srgbClr val="E8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28800" y="35570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017520" y="3557016"/>
            <a:ext cx="1097280" cy="420624"/>
          </a:xfrm>
          <a:prstGeom prst="rect">
            <a:avLst/>
          </a:prstGeom>
          <a:solidFill>
            <a:srgbClr val="FEE8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17520" y="35570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206240" y="3557016"/>
            <a:ext cx="1097280" cy="420624"/>
          </a:xfrm>
          <a:prstGeom prst="rect">
            <a:avLst/>
          </a:prstGeom>
          <a:solidFill>
            <a:srgbClr val="FEE8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06240" y="35570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394960" y="3557016"/>
            <a:ext cx="1097280" cy="420624"/>
          </a:xfrm>
          <a:prstGeom prst="rect">
            <a:avLst/>
          </a:prstGeom>
          <a:solidFill>
            <a:srgbClr val="E8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94960" y="35570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583680" y="3557016"/>
            <a:ext cx="1097280" cy="420624"/>
          </a:xfrm>
          <a:prstGeom prst="rect">
            <a:avLst/>
          </a:prstGeom>
          <a:solidFill>
            <a:srgbClr val="E8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83680" y="35570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772400" y="3557016"/>
            <a:ext cx="1097280" cy="420624"/>
          </a:xfrm>
          <a:prstGeom prst="rect">
            <a:avLst/>
          </a:prstGeom>
          <a:solidFill>
            <a:srgbClr val="FFF8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72400" y="35570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28600" y="42062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MindBridge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828800" y="4242816"/>
            <a:ext cx="1097280" cy="420624"/>
          </a:xfrm>
          <a:prstGeom prst="rect">
            <a:avLst/>
          </a:prstGeom>
          <a:solidFill>
            <a:srgbClr val="E6F0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28800" y="42428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017520" y="4242816"/>
            <a:ext cx="1097280" cy="420624"/>
          </a:xfrm>
          <a:prstGeom prst="rect">
            <a:avLst/>
          </a:prstGeom>
          <a:solidFill>
            <a:srgbClr val="E6F0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017520" y="42428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206240" y="4242816"/>
            <a:ext cx="1097280" cy="420624"/>
          </a:xfrm>
          <a:prstGeom prst="rect">
            <a:avLst/>
          </a:prstGeom>
          <a:solidFill>
            <a:srgbClr val="E6F0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206240" y="42428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394960" y="4242816"/>
            <a:ext cx="1097280" cy="420624"/>
          </a:xfrm>
          <a:prstGeom prst="rect">
            <a:avLst/>
          </a:prstGeom>
          <a:solidFill>
            <a:srgbClr val="E6F0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394960" y="42428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583680" y="4242816"/>
            <a:ext cx="1097280" cy="420624"/>
          </a:xfrm>
          <a:prstGeom prst="rect">
            <a:avLst/>
          </a:prstGeom>
          <a:solidFill>
            <a:srgbClr val="E6F0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83680" y="42428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772400" y="4242816"/>
            <a:ext cx="1097280" cy="420624"/>
          </a:xfrm>
          <a:prstGeom prst="rect">
            <a:avLst/>
          </a:prstGeom>
          <a:solidFill>
            <a:srgbClr val="E6F0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772400" y="42428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4572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1600200"/>
          </a:xfrm>
          <a:prstGeom prst="rect">
            <a:avLst/>
          </a:prstGeom>
          <a:solidFill>
            <a:srgbClr val="2A1A45"/>
          </a:solidFill>
          <a:ln w="12700">
            <a:solidFill>
              <a:srgbClr val="3D2A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60020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887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16002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Anonymous-First Identity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96596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 required. Username + optional avatar only. Users see how they appear to others before committing — building trust before engagement.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4023360" cy="1600200"/>
          </a:xfrm>
          <a:prstGeom prst="rect">
            <a:avLst/>
          </a:prstGeom>
          <a:solidFill>
            <a:srgbClr val="2A1A45"/>
          </a:solidFill>
          <a:ln w="12700">
            <a:solidFill>
              <a:srgbClr val="3D2A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097280"/>
            <a:ext cx="73152" cy="160020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1887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65192" y="16002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in Global Nav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65192" y="196596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support is a persistent element in the bottom nav — present on every screen. Moved out of settings to surface safety as a core feature, not a utility.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023360" cy="1600200"/>
          </a:xfrm>
          <a:prstGeom prst="rect">
            <a:avLst/>
          </a:prstGeom>
          <a:solidFill>
            <a:srgbClr val="2A1A45"/>
          </a:solidFill>
          <a:ln w="12700">
            <a:solidFill>
              <a:srgbClr val="3D2A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926080"/>
            <a:ext cx="73152" cy="160020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0175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" y="3429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Non-Engagement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" y="379476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streaks. No daily obligation. Mood tracker runs on any cadence users set. Removes guilt for caregivers and unpredictable schedules.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2926080"/>
            <a:ext cx="4023360" cy="1600200"/>
          </a:xfrm>
          <a:prstGeom prst="rect">
            <a:avLst/>
          </a:prstGeom>
          <a:solidFill>
            <a:srgbClr val="2A1A45"/>
          </a:solidFill>
          <a:ln w="12700">
            <a:solidFill>
              <a:srgbClr val="3D2A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926080"/>
            <a:ext cx="73152" cy="160020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30175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65192" y="3429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Safety-First Community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65192" y="379476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norms visible on first circle visit. Quick reactions reduce barrier to participation. Moderation response time target: 2 hours.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 — Critical Findings (P0)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participants · Moderated sessions · 3 P0 issues identified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107899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61872"/>
            <a:ext cx="91440" cy="10789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3502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31673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circles invisible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700784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0/5 found circles unaided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1371600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Fix: Redesign home screen: circles as primary action above the fold with live activity feed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8412480" cy="107899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468880"/>
            <a:ext cx="91440" cy="10789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54203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52374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not trusted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90779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 expressed distrust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06240" y="2578608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Fix: Remove email requirement; add 'here's how you appear to others' preview before sign-up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675888"/>
            <a:ext cx="8412480" cy="107899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675888"/>
            <a:ext cx="91440" cy="10789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74904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7307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button undiscoverable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411480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0/5 found it unaided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06240" y="3785616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Fix: Move crisis icon to persistent bottom navigation — visible on every single screen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B4B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MindBridge Different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280160" cy="4572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97280"/>
            <a:ext cx="2651760" cy="1554480"/>
          </a:xfrm>
          <a:prstGeom prst="rect">
            <a:avLst/>
          </a:prstGeom>
          <a:solidFill>
            <a:srgbClr val="4A3A7A"/>
          </a:solidFill>
          <a:ln w="12700">
            <a:solidFill>
              <a:srgbClr val="6A5A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618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7556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by default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email. No real name. Privacy before everything.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1554480"/>
          </a:xfrm>
          <a:prstGeom prst="rect">
            <a:avLst/>
          </a:prstGeom>
          <a:solidFill>
            <a:srgbClr val="4A3A7A"/>
          </a:solidFill>
          <a:ln w="12700">
            <a:solidFill>
              <a:srgbClr val="6A5A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2618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91840" y="17556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peer connection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moderated circles — not an AI chatbot.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1097280"/>
            <a:ext cx="2651760" cy="1554480"/>
          </a:xfrm>
          <a:prstGeom prst="rect">
            <a:avLst/>
          </a:prstGeom>
          <a:solidFill>
            <a:srgbClr val="4A3A7A"/>
          </a:solidFill>
          <a:ln w="12700">
            <a:solidFill>
              <a:srgbClr val="6A5A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2618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💜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72200" y="17556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Caregiver-inclusive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pathway for a vastly underserved group.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880360"/>
            <a:ext cx="2651760" cy="1554480"/>
          </a:xfrm>
          <a:prstGeom prst="rect">
            <a:avLst/>
          </a:prstGeom>
          <a:solidFill>
            <a:srgbClr val="4A3A7A"/>
          </a:solidFill>
          <a:ln w="12700">
            <a:solidFill>
              <a:srgbClr val="6A5A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449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🆘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11480" y="35387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always visible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886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in nav — never buried in settings.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880360"/>
            <a:ext cx="2651760" cy="1554480"/>
          </a:xfrm>
          <a:prstGeom prst="rect">
            <a:avLst/>
          </a:prstGeom>
          <a:solidFill>
            <a:srgbClr val="4A3A7A"/>
          </a:solidFill>
          <a:ln w="12700">
            <a:solidFill>
              <a:srgbClr val="6A5A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0449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291840" y="35387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giving back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9000" y="3886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supporter badge programme — safe, bounded.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2880360"/>
            <a:ext cx="2651760" cy="1554480"/>
          </a:xfrm>
          <a:prstGeom prst="rect">
            <a:avLst/>
          </a:prstGeom>
          <a:solidFill>
            <a:srgbClr val="4A3A7A"/>
          </a:solidFill>
          <a:ln w="12700">
            <a:solidFill>
              <a:srgbClr val="6A5A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30449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172200" y="35387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daily obligation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886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streaks. No guilt. Check in whenever.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914400" cy="4572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solidFill>
            <a:srgbClr val="2A1A45"/>
          </a:solidFill>
          <a:ln w="12700">
            <a:solidFill>
              <a:srgbClr val="3D2A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61288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10642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prototype (P0 fixes)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472184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home screen, sign-up flow, and nav architecture based on usability findings.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020824"/>
            <a:ext cx="8229600" cy="822960"/>
          </a:xfrm>
          <a:prstGeom prst="rect">
            <a:avLst/>
          </a:prstGeom>
          <a:solidFill>
            <a:srgbClr val="2A1A45"/>
          </a:solidFill>
          <a:ln w="12700">
            <a:solidFill>
              <a:srgbClr val="3D2A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30552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20756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usability testing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44144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new participants. Validate P0 fixes. Focus on crisis discovery and circle onboarding.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990088"/>
            <a:ext cx="8229600" cy="822960"/>
          </a:xfrm>
          <a:prstGeom prst="rect">
            <a:avLst/>
          </a:prstGeom>
          <a:solidFill>
            <a:srgbClr val="2A1A45"/>
          </a:solidFill>
          <a:ln w="12700">
            <a:solidFill>
              <a:srgbClr val="3D2A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099816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0449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audit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341071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contrast check, 44pt tap targets, screen reader compatibility across all screens.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8229600" cy="822960"/>
          </a:xfrm>
          <a:prstGeom prst="rect">
            <a:avLst/>
          </a:prstGeom>
          <a:solidFill>
            <a:srgbClr val="2A1A45"/>
          </a:solidFill>
          <a:ln w="12700">
            <a:solidFill>
              <a:srgbClr val="3D2A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06908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401421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strategy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4379976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guidelines, peer supporter training curriculum, crisis resource localisation.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B4B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4A3A7A"/>
          </a:solidFill>
          <a:ln w="12700">
            <a:solidFill>
              <a:srgbClr val="4A3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MindBridge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C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Case Study — Mental Health Peer Support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A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safer, more human experience for everyone who needs support.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Yasir Afaque  |  UX Portfolio Project  |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MindBridge Case Study Tips</dc:title>
  <dc:subject>PptxGenJS Presentation</dc:subject>
  <dc:creator>PptxGenJS</dc:creator>
  <cp:lastModifiedBy>PptxGenJS</cp:lastModifiedBy>
  <cp:revision>1</cp:revision>
  <dcterms:created xsi:type="dcterms:W3CDTF">2026-04-14T07:04:02Z</dcterms:created>
  <dcterms:modified xsi:type="dcterms:W3CDTF">2026-04-14T07:04:02Z</dcterms:modified>
</cp:coreProperties>
</file>